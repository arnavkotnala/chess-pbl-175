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89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60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PNG_chess_pieces/Standard_transpar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dsa/sorting-algorithms/" TargetMode="External"/><Relationship Id="rId5" Type="http://schemas.openxmlformats.org/officeDocument/2006/relationships/hyperlink" Target="https://www.raylib.com/games.html" TargetMode="External"/><Relationship Id="rId4" Type="http://schemas.openxmlformats.org/officeDocument/2006/relationships/hyperlink" Target="https://chessprogramming.org/Che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769"/>
          </a:solidFill>
          <a:ln/>
        </p:spPr>
      </p:sp>
      <p:pic>
        <p:nvPicPr>
          <p:cNvPr id="3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200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PROJECT-BASED LEARNING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 EVALUATION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ChessVerse — PBL Chess Game in C++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 + OOPS — Team ID: 175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
</a:t>
            </a: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(Deemed to be University), Dehradun
</a:t>
            </a: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Session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&amp; Mentor Details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0515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61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Information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08760"/>
            <a:ext cx="51206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ID:  175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Semester:  3rd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Section:  DS2, DS1, ML1, ML4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 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051560"/>
            <a:ext cx="5623560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1612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508760"/>
            <a:ext cx="5257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Swastik Gairola — 2510380064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Arnav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Kotnala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— 2510380036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Priyani Singh    — 2510019948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Riya                  — 2510376383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370332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813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1605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 Name: Mr. Sujal Bindra                                              Interactions completed: _4___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051560"/>
            <a:ext cx="1133856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612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88793"/>
            <a:ext cx="10972800" cy="64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addresses the gap by building a complete, playable local chess platform  with a working opponent, not a toy demo — that genuinely needs classes, pointers/access control, queues, search algorithms, file/data handling and multithreading to function correctly.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1480" y="32918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course-level chess projects stop at a move-loop, with no real  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a single project that meaningfully integrates DSA and OOP together.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Opportunity to demonstrate algorithmic and system-design skills beyond the syllabus minimum.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9260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Users / Stakeholders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26480" y="3291840"/>
            <a:ext cx="5623560" cy="1633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Evaluators assessing depth of DSA + OOP integration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Casual players who want a lightweight, offline chess opponent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team itself, as a demonstrable portfolio-grade project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0972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864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complete, playable C++ chess application (board, pieces, rules).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168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opponent using Minimax with Alpha-Beta pruning across three difficulty tiers.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151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DSA (queue, search, ordering) with OOP design (classes, encapsulation, polymorphism).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48469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game with authentication, points/rank, a cosmetic store and daily trivia.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8175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Optimize: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Response time and CPU/memory footprint so the UI stays responsive.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463040" y="525780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53949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Objective:  </a:t>
            </a: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 a full playable chess platform that proves real DSA + OOP depth, not just a working prototype.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50876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Input — player move via UI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Processing — legal move validation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Core Algorithm — Minimax + Alpha-Beta search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Storage — users, store &amp; records (.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Output — board update rendered via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raylib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26480" y="1508760"/>
            <a:ext cx="5623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opponent with Easy / Medium / Hard difficulty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 engine reusing the same search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— queue-based move log &amp; sequence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Points, EXP, rank and streak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Cosmetic store and daily trivia system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4114800"/>
            <a:ext cx="11338560" cy="109728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251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generation feeds a Minimax + Alpha-Beta search engine that also powers the hint system; the same architecture supports supporting systems (accounts, store, trivia) so the chess engine sits at the centre of a complete usable platform.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of PBL Course Concepts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539330"/>
              </p:ext>
            </p:extLst>
          </p:nvPr>
        </p:nvGraphicFramePr>
        <p:xfrm>
          <a:off x="411480" y="1233578"/>
          <a:ext cx="11338560" cy="25361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7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Course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Concepts Applied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 Module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Structures in 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Queue (move log), arrays/vectors, recursive search, capture-first ordering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Move Noter &amp; Search Engine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OOPs with C++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Classes, encapsulation, access modifiers, polymorphic piece behavior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Chess Engine (Board &amp; Piece), Auth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092104" y="4531801"/>
            <a:ext cx="9235440" cy="68580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74984" y="4641529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Requirement:  </a:t>
            </a: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3rd-semester courses — Data Structures in C and OOPs with C++ — are meaningfully combined in one project.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/ Workflow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2324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12324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Player Action</a:t>
            </a:r>
            <a:endParaRPr lang="en-US" sz="1400" b="1" dirty="0"/>
          </a:p>
        </p:txBody>
      </p:sp>
      <p:sp>
        <p:nvSpPr>
          <p:cNvPr id="7" name="Text 4"/>
          <p:cNvSpPr txBox="1"/>
          <p:nvPr/>
        </p:nvSpPr>
        <p:spPr>
          <a:xfrm>
            <a:off x="2297156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53188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53188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+ Legal Moves</a:t>
            </a:r>
            <a:endParaRPr lang="en-US" sz="1400" b="1" dirty="0"/>
          </a:p>
        </p:txBody>
      </p:sp>
      <p:sp>
        <p:nvSpPr>
          <p:cNvPr id="10" name="Text 7"/>
          <p:cNvSpPr txBox="1"/>
          <p:nvPr/>
        </p:nvSpPr>
        <p:spPr>
          <a:xfrm>
            <a:off x="4638020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4052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4052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Algorithms-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Minimax + Alpha-Beta</a:t>
            </a:r>
            <a:endParaRPr lang="en-US" sz="1400" b="1" dirty="0"/>
          </a:p>
        </p:txBody>
      </p:sp>
      <p:sp>
        <p:nvSpPr>
          <p:cNvPr id="13" name="Text 10"/>
          <p:cNvSpPr txBox="1"/>
          <p:nvPr/>
        </p:nvSpPr>
        <p:spPr>
          <a:xfrm>
            <a:off x="6978884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34916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34916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Hints / Noter / Rank</a:t>
            </a:r>
            <a:endParaRPr lang="en-US" sz="1400" b="1" dirty="0"/>
          </a:p>
        </p:txBody>
      </p:sp>
      <p:sp>
        <p:nvSpPr>
          <p:cNvPr id="16" name="Text 13"/>
          <p:cNvSpPr txBox="1"/>
          <p:nvPr/>
        </p:nvSpPr>
        <p:spPr>
          <a:xfrm>
            <a:off x="9319748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75780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75780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/ Store / Records</a:t>
            </a:r>
            <a:endParaRPr lang="en-US" sz="1400" b="1" dirty="0"/>
          </a:p>
        </p:txBody>
      </p:sp>
      <p:sp>
        <p:nvSpPr>
          <p:cNvPr id="19" name="Text 16"/>
          <p:cNvSpPr txBox="1"/>
          <p:nvPr/>
        </p:nvSpPr>
        <p:spPr>
          <a:xfrm>
            <a:off x="441960" y="3186339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Components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41960" y="3707892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 Engine — Board &amp; Piece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 Engine — Minimax + Alpha-Beta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— Queue-based move log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Account, Store &amp; Trivia modules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88457" y="3192465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/ Control Flow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88457" y="3840481"/>
            <a:ext cx="5623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loop: input → validate → update state → render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Computer’s turn: generate moves → order → Minimax/Alpha-Beta → best move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search runs on a background thread so rendering stays responsive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Feature/account data persists separately from live board state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 &amp; Methodology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430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5456"/>
            <a:ext cx="5120640" cy="97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Programming:  C++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Rendering:  raylib (2D, 64-bit)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Data:  .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Version Control:  Git / GitHub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143000"/>
            <a:ext cx="5623560" cy="2377440"/>
          </a:xfrm>
          <a:prstGeom prst="roundRect">
            <a:avLst>
              <a:gd name="adj" fmla="val 3077"/>
            </a:avLst>
          </a:prstGeom>
          <a:solidFill>
            <a:srgbClr val="EEF4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2527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Methodology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743975"/>
            <a:ext cx="5257800" cy="1175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Foundation — structure, board/piece classes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Core Gameplay —  , hints, move noter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Features — store, trivia, rank, sounds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Polish — animations, admin panel, testing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18289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3200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C++ helps us to deliver the performance we need for smooth game-play locally.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Raylib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keeps the UI lightweight and lets the user play our chess in low end devices too. 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Progress &amp; Team Contribution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182509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Achieved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1480" y="1818104"/>
            <a:ext cx="4846320" cy="1657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 engine — board, pieces, legal move generation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Algorithm— Minimax + Alpha-Beta, 3 difficulty tiers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Login/authentication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and account systems (queue-based logging)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 system &amp; performance optimization pass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09728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Contribution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96010"/>
              </p:ext>
            </p:extLst>
          </p:nvPr>
        </p:nvGraphicFramePr>
        <p:xfrm>
          <a:off x="5486400" y="1737359"/>
          <a:ext cx="6263640" cy="2743200"/>
        </p:xfrm>
        <a:graphic>
          <a:graphicData uri="http://schemas.openxmlformats.org/drawingml/2006/table">
            <a:tbl>
              <a:tblPr/>
              <a:tblGrid>
                <a:gridCol w="1526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Contribution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Swastik Gairola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Algorithm- (hard), trivia questions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Minimax + Alpha-Beta algorithm, implementation of linked list for trivia questions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Arnav Kotnala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Frontend, Algorithm 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charset="0"/>
                          <a:ea typeface="Times New Roman" pitchFamily="34" charset="-122"/>
                          <a:cs typeface="Times New Roman" charset="0"/>
                        </a:rPr>
                        <a:t>(easy)</a:t>
                      </a:r>
                      <a:endParaRPr lang="en-US" sz="1400" dirty="0">
                        <a:solidFill>
                          <a:srgbClr val="111111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raylib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, board UI, basic minimax algorithm implementation 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Priyani Singh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Algorithm- (medium), hint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Hint engine(minimax algorithm), Move Noter, alpha beta standard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Riya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Authentication Dev, Data collection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Accounts and login, board, pieces collection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 &amp; Expected Outcomes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50647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284532"/>
            <a:ext cx="4074256" cy="169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 — Architecture &amp; Core Design</a:t>
            </a:r>
          </a:p>
          <a:p>
            <a:pPr marL="342900" indent="-342900">
              <a:lnSpc>
                <a:spcPct val="135000"/>
              </a:lnSpc>
              <a:buAutoNum type="arabicPeriod"/>
            </a:pPr>
            <a:endParaRPr lang="en-US" sz="1400" dirty="0"/>
          </a:p>
          <a:p>
            <a:pPr marL="342900" indent="-342900">
              <a:lnSpc>
                <a:spcPct val="135000"/>
              </a:lnSpc>
              <a:buAutoNum type="arabicPeriod" startAt="2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Phase-II — Algorithm, Features &amp; Systems Build</a:t>
            </a:r>
          </a:p>
          <a:p>
            <a:pPr marL="342900" indent="-342900">
              <a:lnSpc>
                <a:spcPct val="135000"/>
              </a:lnSpc>
              <a:buAutoNum type="arabicPeriod" startAt="2"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   Phase-III — Integration, Testing &amp; 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95847" y="150647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12180" y="2127530"/>
            <a:ext cx="5623560" cy="3297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playable chess app with 3 difficulty tiers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points, rank, store and trivia systems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Clear, demonstrable DSA + OOPS integration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history and game-state tracking for better analysis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 allowing future features like multiplayer and advanced algorithm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09728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Chess Pieces (PNG)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/>
              </a:rPr>
              <a:t>https://commons.wikimedia.org/wiki/Category:PNG_chess_pieces/Standard_transparent</a:t>
            </a:r>
            <a:endParaRPr lang="en-US" sz="1150" i="1" dirty="0"/>
          </a:p>
        </p:txBody>
      </p:sp>
      <p:sp>
        <p:nvSpPr>
          <p:cNvPr id="7" name="Shape 4"/>
          <p:cNvSpPr/>
          <p:nvPr/>
        </p:nvSpPr>
        <p:spPr>
          <a:xfrm>
            <a:off x="1417320" y="1745616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2149536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Chess Rules and Algorithm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61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/>
              </a:rPr>
              <a:t>https://chessprogramming.org/Chess</a:t>
            </a:r>
            <a:endParaRPr lang="en-US" sz="1150" i="1" dirty="0"/>
          </a:p>
        </p:txBody>
      </p:sp>
      <p:sp>
        <p:nvSpPr>
          <p:cNvPr id="10" name="Shape 7"/>
          <p:cNvSpPr/>
          <p:nvPr/>
        </p:nvSpPr>
        <p:spPr>
          <a:xfrm>
            <a:off x="1417320" y="2797872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3201792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raylib official documentation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613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/>
              </a:rPr>
              <a:t>https://www.raylib.com/games.html</a:t>
            </a:r>
            <a:endParaRPr lang="en-US" sz="1150" i="1" dirty="0"/>
          </a:p>
        </p:txBody>
      </p:sp>
      <p:sp>
        <p:nvSpPr>
          <p:cNvPr id="13" name="Shape 10"/>
          <p:cNvSpPr/>
          <p:nvPr/>
        </p:nvSpPr>
        <p:spPr>
          <a:xfrm>
            <a:off x="1417320" y="3850128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425404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Data Structures and Sorting Algorithms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625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/>
              </a:rPr>
              <a:t>https://www.geeksforgeeks.org/dsa/sorting-algorithms/ </a:t>
            </a:r>
            <a:endParaRPr lang="en-US" sz="1150" i="1" dirty="0"/>
          </a:p>
        </p:txBody>
      </p:sp>
      <p:sp>
        <p:nvSpPr>
          <p:cNvPr id="16" name="Shape 13"/>
          <p:cNvSpPr/>
          <p:nvPr/>
        </p:nvSpPr>
        <p:spPr>
          <a:xfrm>
            <a:off x="1417320" y="4902384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1220</Words>
  <Application>Microsoft Office PowerPoint</Application>
  <PresentationFormat>Widescreen</PresentationFormat>
  <Paragraphs>178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Arnav Kotnala</cp:lastModifiedBy>
  <cp:revision>8</cp:revision>
  <cp:lastPrinted>2026-09-09T09:17:11Z</cp:lastPrinted>
  <dcterms:created xsi:type="dcterms:W3CDTF">2026-09-02T07:20:47Z</dcterms:created>
  <dcterms:modified xsi:type="dcterms:W3CDTF">2026-09-10T07:50:59Z</dcterms:modified>
</cp:coreProperties>
</file>